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</a:rPr>
              <a:t>Self-Healing Application Reliability Platform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A"/>
                </a:solidFill>
              </a:rPr>
              <a:t>Linux Process Watchdog and Auto-Restart System  |  OS Hackathon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A"/>
                </a:solidFill>
              </a:rPr>
              <a:t>Self-Healing Application Reliability Platform  |  1/7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55448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6479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A crashed service means downtime until someone notices and restarts it. Alerts alone do not restore service, and naive auto-restart can loop forever.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155448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25880"/>
            <a:ext cx="54864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Our solution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6479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Monitor registered Linux processes, detect unexpected exit, restart with policy limits, verify recovery, log every incident, and show it live on a dashboard.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5"/>
                </a:solidFill>
              </a:rPr>
              <a:t>Team: Bhanu Jakka (2520030006)  |  Akshita Anand (2520030043)  |  A. Kuvira (2520030192)  |  Sudha (2520030455)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</a:rPr>
              <a:t>System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A"/>
                </a:solidFill>
              </a:rPr>
              <a:t>Three layers, one flow from failure to verified recovery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A"/>
                </a:solidFill>
              </a:rPr>
              <a:t>Self-Healing Application Reliability Platform  |  2/7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206240" cy="73152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Dashboard (browser)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190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Live status, incidents, alerts, MTTR, Kill test button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206240" cy="73152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54864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FastAPI (server.py)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5420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REST API: status, incidents, alerts, metrics, safe kill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206240" cy="73152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54864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Watchdog core (watchdog.py)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64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One guard thread per app: poll, detect, restart, verify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206240" cy="73152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8FA0BA"/>
          </a:solidFill>
          <a:ln w="12700">
            <a:solidFill>
              <a:srgbClr val="8FA0B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SQLite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187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Incidents and alerts; metrics computed from records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Recovery flow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6459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FA0BA"/>
                </a:solidFill>
              </a:rPr>
              <a:t>1. Process exits or health check fails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FA0BA"/>
                </a:solidFill>
              </a:rPr>
              <a:t>2. Incident logged, warning alert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FA0BA"/>
                </a:solidFill>
              </a:rPr>
              <a:t>3. Cooldown with exponential backoff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FA0BA"/>
                </a:solidFill>
              </a:rPr>
              <a:t>4. Restart process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FA0BA"/>
                </a:solidFill>
              </a:rPr>
              <a:t>5. Verify: alive AND /health = 200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FA0BA"/>
                </a:solidFill>
              </a:rPr>
              <a:t>6. Recovered, or give up with critical alert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</a:rPr>
              <a:t>Implementation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A"/>
                </a:solidFill>
              </a:rPr>
              <a:t>Built directly on operating-system concepts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A"/>
                </a:solidFill>
              </a:rPr>
              <a:t>Self-Healing Application Reliability Platform  |  3/7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41732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Process control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190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subprocess.Popen (fork/exec) launches apps without a shell. poll() reads the exit code; -9 means SIGKILL.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141732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Concurrency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190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One guard thread per application, so one slow recovery never blocks others. A lock protects the database.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41732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Restart policy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735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Max attempts, cooldown, exponential backoff, and a crash-loop streak counter that resets after 10 s of stability.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23360" cy="141732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34640"/>
            <a:ext cx="54864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Safety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2735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Only registered commands run. The API cannot touch other processes. Test apps are disposable.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A"/>
                </a:solidFill>
              </a:rPr>
              <a:t>Small, standard stack that runs on any Ubuntu machine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A"/>
                </a:solidFill>
              </a:rPr>
              <a:t>Self-Healing Application Reliability Platform  |  4/7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Python 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Core logic, threads, subprocess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137160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37160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psutil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105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PID, CPU, memory, uptime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137160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7160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FastAPI + Uvicorn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105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REST API and dashboard serving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37160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2608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SQLite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649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Persistent incident and alert records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2926080"/>
            <a:ext cx="2651760" cy="137160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92608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HTML / CSS / JS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3649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Live dashboard, 1 s refresh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2926080"/>
            <a:ext cx="2651760" cy="137160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92608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Ubuntu (WSL)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3649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Target Linux environment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</a:rPr>
              <a:t>Testing and Validation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A"/>
                </a:solidFill>
              </a:rPr>
              <a:t>Automated tests plus a repeatable benchmark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A"/>
                </a:solidFill>
              </a:rPr>
              <a:t>Self-Healing Application Reliability Platform  |  5/7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2926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4 automated tests (all pass)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19072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1. Killed app is detected and restarted with a NEW PID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2. Crash-looping app is stopped and raises a critical alert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3. Unregistered processes cannot be killed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4. Metrics are computed from stored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92608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54864" cy="2926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Benchmark (10 forced SIGKILLs)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19072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Each run: kill the app, record the kill time, then measure when the watchdog detected it and when recovery was verified.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Run: python3 tests/benchmark.py 10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Tests: python3 -m unittest tests.test_watchdog -v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</a:rPr>
              <a:t>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A"/>
                </a:solidFill>
              </a:rPr>
              <a:t>Measured on our laptop, 1 s poll interval, 1 s cooldown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A"/>
                </a:solidFill>
              </a:rPr>
              <a:t>Self-Healing Application Reliability Platform  |  6/7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28016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</a:rPr>
              <a:t>0.14 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A"/>
                </a:solidFill>
              </a:rPr>
              <a:t>Avg detection latency (max 0.99 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28016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</a:rPr>
              <a:t>1.45 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A"/>
                </a:solidFill>
              </a:rPr>
              <a:t>Avg kill to verified recovery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28016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</a:rPr>
              <a:t>10 / 10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A"/>
                </a:solidFill>
              </a:rPr>
              <a:t>Recoveries succeeded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023360" cy="128016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Blocked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A"/>
                </a:solidFill>
              </a:rPr>
              <a:t>Crash loop stopped, critical alert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A"/>
                </a:solidFill>
              </a:rPr>
              <a:t>Detection latency is bounded by the polling interval; most of recovery time is the configured cooldown.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5"/>
                </a:solidFill>
              </a:rPr>
              <a:t>Impact and Future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A"/>
                </a:solidFill>
              </a:rPr>
              <a:t>Faster recovery, less manual work, measurable reliability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A"/>
                </a:solidFill>
              </a:rPr>
              <a:t>Self-Healing Application Reliability Platform  |  7/7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2926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Impact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19072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Recovery in about 1.5 s instead of waiting for a human.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Every failure is recorded with cause, attempts and duration.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Restart limits prevent runaway loops.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MTTR and success rate are computed from real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926080"/>
          </a:xfrm>
          <a:prstGeom prst="rect">
            <a:avLst/>
          </a:prstGeom>
          <a:solidFill>
            <a:srgbClr val="131C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54864" cy="2926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5"/>
                </a:solidFill>
              </a:rPr>
              <a:t>Limitations and next steps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19072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Single machine, polling-based detection.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BA"/>
                </a:solidFill>
              </a:rPr>
              <a:t>Next: authentication, email alerts, multi-server agents, dependency-aware recovery.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2026-10-16T09:42:36Z</dcterms:created>
  <dcterms:modified xsi:type="dcterms:W3CDTF">2026-10-16T09:42:36Z</dcterms:modified>
</cp:coreProperties>
</file>